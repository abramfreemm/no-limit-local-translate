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Disconnect power before maintenance.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Inspect the cabinet every six months.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